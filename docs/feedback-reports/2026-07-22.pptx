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TrueLens 用户反馈日报</a:t>
            </a:r>
          </a:p>
          <a:p>
            <a:pPr>
              <a:defRPr sz="2200" b="0">
                <a:solidFill>
                  <a:srgbClr val="9DB8D6"/>
                </a:solidFill>
              </a:defRPr>
            </a:pPr>
            <a:r>
              <a:t>2026-07-22</a:t>
            </a:r>
          </a:p>
          <a:p>
            <a:pPr>
              <a:defRPr sz="2200" b="0">
                <a:solidFill>
                  <a:srgbClr val="9DB8D6"/>
                </a:solidFill>
              </a:defRPr>
            </a:pPr>
            <a:r>
              <a:t>本周期无新反馈 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85FA5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新增反馈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04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1E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E8E5A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👍 好评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C0392B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👎 差评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645920"/>
            <a:ext cx="2651760" cy="2194560"/>
          </a:xfrm>
          <a:prstGeom prst="rect">
            <a:avLst/>
          </a:prstGeom>
          <a:solidFill>
            <a:srgbClr val="EEF3FA"/>
          </a:solidFill>
          <a:ln w="25400">
            <a:solidFill>
              <a:srgbClr val="5B6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5B6B7B"/>
                </a:solidFill>
              </a:defRPr>
            </a:pPr>
            <a:r>
              <a:t>0</a:t>
            </a:r>
          </a:p>
          <a:p>
            <a:pPr algn="ctr">
              <a:defRPr sz="1800">
                <a:solidFill>
                  <a:srgbClr val="5B6B7B"/>
                </a:solidFill>
              </a:defRPr>
            </a:pPr>
            <a:r>
              <a:t>详细文字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B"/>
                </a:solidFill>
              </a:defRPr>
            </a:pPr>
            <a:r>
              <a:t>统计窗口：自 2026-07-20T21:55:54.306Z 起的新反馈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详细反馈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B"/>
                </a:solidFill>
              </a:defRPr>
            </a:pPr>
            <a:r>
              <a:t>本周期无详细文字反馈。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表情评分明细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B"/>
                </a:solidFill>
              </a:defRPr>
            </a:pPr>
            <a:r>
              <a:t>本周期无表情评分反馈。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