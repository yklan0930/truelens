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TrueLens 用户反馈日报</a:t>
            </a:r>
          </a:p>
          <a:p>
            <a:pPr>
              <a:defRPr sz="2200" b="0">
                <a:solidFill>
                  <a:srgbClr val="9DB8D6"/>
                </a:solidFill>
              </a:defRPr>
            </a:pPr>
            <a:r>
              <a:t>2026-07-21</a:t>
            </a:r>
          </a:p>
          <a:p>
            <a:pPr>
              <a:defRPr sz="2200" b="0">
                <a:solidFill>
                  <a:srgbClr val="9DB8D6"/>
                </a:solidFill>
              </a:defRPr>
            </a:pPr>
            <a:r>
              <a:t>本周期无新反馈 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关键指标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645920"/>
            <a:ext cx="2651760" cy="2194560"/>
          </a:xfrm>
          <a:prstGeom prst="rect">
            <a:avLst/>
          </a:prstGeom>
          <a:solidFill>
            <a:srgbClr val="EEF3FA"/>
          </a:solidFill>
          <a:ln w="254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185FA5"/>
                </a:solidFill>
              </a:defRPr>
            </a:pPr>
            <a:r>
              <a:t>0</a:t>
            </a:r>
          </a:p>
          <a:p>
            <a:pPr algn="ctr">
              <a:defRPr sz="1800">
                <a:solidFill>
                  <a:srgbClr val="5B6B7B"/>
                </a:solidFill>
              </a:defRPr>
            </a:pPr>
            <a:r>
              <a:t>新增反馈</a:t>
            </a:r>
          </a:p>
        </p:txBody>
      </p:sp>
      <p:sp>
        <p:nvSpPr>
          <p:cNvPr id="4" name="Rectangle 3"/>
          <p:cNvSpPr/>
          <p:nvPr/>
        </p:nvSpPr>
        <p:spPr>
          <a:xfrm>
            <a:off x="3520440" y="1645920"/>
            <a:ext cx="2651760" cy="2194560"/>
          </a:xfrm>
          <a:prstGeom prst="rect">
            <a:avLst/>
          </a:prstGeom>
          <a:solidFill>
            <a:srgbClr val="EEF3FA"/>
          </a:solidFill>
          <a:ln w="25400">
            <a:solidFill>
              <a:srgbClr val="1E8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1E8E5A"/>
                </a:solidFill>
              </a:defRPr>
            </a:pPr>
            <a:r>
              <a:t>0</a:t>
            </a:r>
          </a:p>
          <a:p>
            <a:pPr algn="ctr">
              <a:defRPr sz="1800">
                <a:solidFill>
                  <a:srgbClr val="5B6B7B"/>
                </a:solidFill>
              </a:defRPr>
            </a:pPr>
            <a:r>
              <a:t>👍 好评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1645920"/>
            <a:ext cx="2651760" cy="2194560"/>
          </a:xfrm>
          <a:prstGeom prst="rect">
            <a:avLst/>
          </a:prstGeom>
          <a:solidFill>
            <a:srgbClr val="EEF3FA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C0392B"/>
                </a:solidFill>
              </a:defRPr>
            </a:pPr>
            <a:r>
              <a:t>0</a:t>
            </a:r>
          </a:p>
          <a:p>
            <a:pPr algn="ctr">
              <a:defRPr sz="1800">
                <a:solidFill>
                  <a:srgbClr val="5B6B7B"/>
                </a:solidFill>
              </a:defRPr>
            </a:pPr>
            <a:r>
              <a:t>👎 差评</a:t>
            </a:r>
          </a:p>
        </p:txBody>
      </p:sp>
      <p:sp>
        <p:nvSpPr>
          <p:cNvPr id="6" name="Rectangle 5"/>
          <p:cNvSpPr/>
          <p:nvPr/>
        </p:nvSpPr>
        <p:spPr>
          <a:xfrm>
            <a:off x="9464040" y="1645920"/>
            <a:ext cx="2651760" cy="2194560"/>
          </a:xfrm>
          <a:prstGeom prst="rect">
            <a:avLst/>
          </a:prstGeom>
          <a:solidFill>
            <a:srgbClr val="EEF3FA"/>
          </a:solidFill>
          <a:ln w="25400">
            <a:solidFill>
              <a:srgbClr val="5B6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5B6B7B"/>
                </a:solidFill>
              </a:defRPr>
            </a:pPr>
            <a:r>
              <a:t>0</a:t>
            </a:r>
          </a:p>
          <a:p>
            <a:pPr algn="ctr">
              <a:defRPr sz="1800">
                <a:solidFill>
                  <a:srgbClr val="5B6B7B"/>
                </a:solidFill>
              </a:defRPr>
            </a:pPr>
            <a:r>
              <a:t>详细文字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B7B"/>
                </a:solidFill>
              </a:defRPr>
            </a:pPr>
            <a:r>
              <a:t>统计窗口：自 2026-07-19T21:55:49.199Z 起的新反馈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详细反馈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B6B7B"/>
                </a:solidFill>
              </a:defRPr>
            </a:pPr>
            <a:r>
              <a:t>本周期无详细文字反馈。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表情评分明细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B6B7B"/>
                </a:solidFill>
              </a:defRPr>
            </a:pPr>
            <a:r>
              <a:t>本周期无表情评分反馈。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