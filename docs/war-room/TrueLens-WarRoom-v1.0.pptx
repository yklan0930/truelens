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TrueLens 多角色协同作战室方案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War-Room: Multi-Role Collaborative Operations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 v1.0 定稿  ·  2026 年 7 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小毕 = 执行总监  ·  调度 AI 专家团 · 你只需对一人对话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团队现状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人合伙创业（Michael + 小毕），产品 v0.7.0 已上线 Polar 实收，反馈系统 + 每日自动运行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 / 财务 / 合规 / 数据分析等专业视角空白，决策依赖个人脑补，缺少多专业输入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扮演多专业角色，让 2 人团队拥有大公司的专业覆盖，不再漏掉关键视角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206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5102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440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小毕 = 执行总监，调度 AI 专家团每天产出 brief，你只需 yes/no/改方向 —— 不做开放式脑补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角色架构 — Phase 1 五个核心角色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1371600"/>
            <a:ext cx="4846320" cy="822960"/>
          </a:xfrm>
          <a:prstGeom prst="roundRect">
            <a:avLst>
              <a:gd name="adj" fmla="val 16667"/>
            </a:avLst>
          </a:prstGeom>
          <a:solidFill>
            <a:srgbClr val="0E2A4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371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小毕（执行总监）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拆解指令 · 调度专家 · 整合产出 · 提决策请求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926080" cy="2560320"/>
          </a:xfrm>
          <a:prstGeom prst="roundRect">
            <a:avLst>
              <a:gd name="adj" fmla="val 3571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小市（市场行销）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社媒策略 · 内容排期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文案产出 · 热点借势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926080" cy="2560320"/>
          </a:xfrm>
          <a:prstGeom prst="roundRect">
            <a:avLst>
              <a:gd name="adj" fmla="val 3571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小Q（质量验证校对）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39776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双语校对 · 全站走查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对称 · build 验证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743200"/>
            <a:ext cx="2926080" cy="2560320"/>
          </a:xfrm>
          <a:prstGeom prst="roundRect">
            <a:avLst>
              <a:gd name="adj" fmla="val 3571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8932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小数（数据分析）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39776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收入 API · Vercel 流量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数据简报 · 改善建议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2743200"/>
            <a:ext cx="2926080" cy="2560320"/>
          </a:xfrm>
          <a:prstGeom prst="roundRect">
            <a:avLst>
              <a:gd name="adj" fmla="val 3571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4108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小法（法务合规）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39776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法规追踪 · 风险拦停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标识办法 · EU AI Act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用户反馈与采纳要点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小毕不限于研发/运维 → 升为执行总监，调度管理 AI 专家团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分阶段循序渐进 → Phase 1 先上 5 个核心角色，跑顺再加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9806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决策格式要硬 → 每角色产出=建议+决策请求(给选项)，不准开放式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11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51129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风险角色敢拦 → 法务/合规发现高危项主动预警拦停，不等日报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2245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数据接入先摸底 → 能自动就自动，不能的给 1 分钟粘贴模板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渐进授权 → 磨合期多请示评估，有默契后扩大授权范围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650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6509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 IP 点子（多平台统一账号做专业 IP）→ 已纳入规划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协同工作流 — 每日作战室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280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25400">
            <a:solidFill>
              <a:srgbClr val="185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011680"/>
            <a:ext cx="685800" cy="6858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数据汇聚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小数: 拉取 Polar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读取反馈汇总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82880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01168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80360" y="2834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法务雷达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33832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小法: 搜索最新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法规动态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合规缺口扫描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82880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201168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2834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行销进展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33832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小市: 回顾排期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完成情况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渠道效果复盘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82880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01168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60920" y="2834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质量汇总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60920" y="33832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小Q: 待办质量项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检查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状态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09760" y="182880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25400">
            <a:solidFill>
              <a:srgbClr val="0E2A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95560" y="2011680"/>
            <a:ext cx="685800" cy="6858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1019556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01200" y="2834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小毕整合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0" y="33832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汇总优先级排序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🔴需决策/🟡建议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📊关键指标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E2A47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937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需决策（按紧急度排序，给选项A/B）    🟡 建议（可授权执行）    🟢 常态/已完成    📊 关键指标快照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决策格式（硬约束）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00" cy="45720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00" cy="640080"/>
          </a:xfrm>
          <a:prstGeom prst="roundRect">
            <a:avLst>
              <a:gd name="adj" fmla="val 21429"/>
            </a:avLst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每角色产出标准模板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2194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一句话建议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788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数据/事实引用（有来源）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选项A：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3383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做什么 + 代价/风险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选项B：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做什么 + 代价/风险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4572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B / 自定义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需你审批：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5166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/ 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383280" cy="4572000"/>
          </a:xfrm>
          <a:prstGeom prst="roundRect">
            <a:avLst>
              <a:gd name="adj" fmla="val 4054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不准开放式脑补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每个产出必须带选项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所有数据注明来源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有证据才有建议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不允许凭空想象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决策请求给足信息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5212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Michael 只需 yes/no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 IP 规划（你的创意）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多平台统一账号，做专业 IP —— 教育市场 → 铺垫宣传 → 粉丝变现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微信公众号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深度文章、教程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合规解读、案例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21031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✉️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80360" y="2880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38328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台湾市场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即时资讯推送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20640" y="2880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38328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专业形象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企业客户触达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21031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📕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60920" y="2880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60920" y="338328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图文笔记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知识科普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09760" y="21031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601200" y="28803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0" y="338328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热点借势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负责角色：小市（市场行销牵头） + 小肖（推广增长，渠道策略支持）  |  待产出：账号规划方案 + 首批内容排期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基建待办与下一步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API 数据调研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收入/订阅/客户清单 — 查清能拉到什么程度，出接入方案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148840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4028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Analytics 接入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检查是否已启用；如未，给接入方案并提供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2971800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6324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社媒数据手动模板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小红书/知乎/抖音后台数据 → 设计 1 分钟粘贴模板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3794760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88620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合规雷达首次扫描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对照《标识办法》+ EU AI Act → 产品功能对照表 → 缺口分析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80160" y="4617720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70916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09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War-Room 自动化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07:00 自动触发，产出 docs/war-room/YYYY-MM-DD.md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5440680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53212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32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 模板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四段结构模板已完成（🔴需决策/🟡建议/🟢常态/📊指标）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执行阶段规划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566160" cy="1097280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⚡  磨合期（当前）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第 1–2 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角色产出 brief → 你决策 → 我执行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多问少自动，建立信任与默契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每周出 5 次 Daily Brief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所有决策需你审批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逐步调试角色 prompt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25400">
            <a:solidFill>
              <a:srgbClr val="185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371600"/>
            <a:ext cx="3566160" cy="1097280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🔄  默契期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第 3–4 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651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日常动作可授权自动跑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我懂你偏好，少问直接做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数据拉取自动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报告生成自动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4754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低风险部署可授权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 w="25400">
            <a:solidFill>
              <a:srgbClr val="0E2A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371600"/>
            <a:ext cx="3566160" cy="1097280"/>
          </a:xfrm>
          <a:prstGeom prst="roundRect">
            <a:avLst>
              <a:gd name="adj" fmla="val 12500"/>
            </a:avLst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🤖  高度授权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 周后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2651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例行操作全自动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你只审例外 + 重大方向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社媒自动排期发帖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成本监控自动预警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合规扫描自动报告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937760" y="338328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657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先跑起来，持续优化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TrueLens War-Room  ·  v1.0  ·  2026 年 7 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TrueLens 多角色协同作战室方案 v1.0</dc:title>
  <dc:subject>War-Room Operations Plan</dc:subject>
  <dc:creator>TrueLens War-Room</dc:creator>
  <cp:lastModifiedBy>TrueLens War-Room</cp:lastModifiedBy>
  <cp:revision>1</cp:revision>
  <dcterms:created xsi:type="dcterms:W3CDTF">2026-07-21T05:33:49Z</dcterms:created>
  <dcterms:modified xsi:type="dcterms:W3CDTF">2026-07-21T05:33:49Z</dcterms:modified>
</cp:coreProperties>
</file>